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Superalloys and Casting Process for Ultra-High Temperature Gas Turbines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Salvatore Palumbo, Università degli Studi di Napoli Federico II</a:t>
            </a:r>
          </a:p>
          <a:p>
            <a:r>
              <a:t>ANNO ACCADEMICO 2023/2024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Introduzione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Obiettivo della Tesi: Esaminare le tecnologie chiave che permettono lo sviluppo di turbine a gas ultra-efficienti, concentrandosi su superleghe a base di nichel e tecniche di previsione dei difetti nel processo di fusione.</a:t>
            </a:r>
          </a:p>
          <a:p/>
          <a:p>
            <a:r>
              <a:t>Importanza dell'Argomento: Efficienza superiore dei cicli combinati di produzione energetica.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Perché Aumentare la Temperatura di Ingresso della Turbina (TIT)?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Concetto di TIT: Maggiore TIT porta a una maggiore efficienza.</a:t>
            </a:r>
          </a:p>
          <a:p/>
          <a:p>
            <a:r>
              <a:t>Vantaggi: Maggiore energia convertita in lavoro utile, miglioramento dell'efficienza del ciclo Rankine.</a:t>
            </a:r>
          </a:p>
          <a:p/>
          <a:p>
            <a:r>
              <a:t>Sfide: Creep delle pale a temperature elevate.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Progetto di Mitsubishi Heavy Industries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Fasi del Progetto:</a:t>
            </a:r>
          </a:p>
          <a:p/>
          <a:p>
            <a:r>
              <a:t>Fase I: Sviluppo di tecnologie chiave (rivestimenti barriera, sistemi di raffreddamento, combustori, turbine, compressori, materiali resistenti al calore).</a:t>
            </a:r>
          </a:p>
          <a:p/>
          <a:p>
            <a:r>
              <a:t>Fasi II e III: Commercializzazione e sviluppo della turbina a gas di classe J a 1600°C.</a:t>
            </a:r>
          </a:p>
          <a:p/>
          <a:p>
            <a:r>
              <a:t>Fase IV: Sviluppo e test di una turbina a gas di classe 1700°C.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Superleghe a Base di Nichel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Evoluzione delle Superleghe: Dalle leghe equassiali alle leghe a singolo cristallo.</a:t>
            </a:r>
          </a:p>
          <a:p/>
          <a:p>
            <a:r>
              <a:t>Struttura a Due Fasi: Matrice γ e precipitato γ'.</a:t>
            </a:r>
          </a:p>
          <a:p/>
          <a:p>
            <a:r>
              <a:t>Vantaggi: Elevata resistenza al creep, stabilità termica.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Meccanismi di Creep nelle Superleghe a Singolo Cristallo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Movimento delle Dislocazioni: In fase γ e γ'.</a:t>
            </a:r>
          </a:p>
          <a:p/>
          <a:p>
            <a:r>
              <a:t>Resistenza al Creep: Importanza dell'interfaccia γ/γ' e dei parametri di misfit del reticolo.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Evoluzione della Composizione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Elementi della Fase γ': Alluminio (Al), Titanio (Ti), Tantalio (Ta).</a:t>
            </a:r>
          </a:p>
          <a:p/>
          <a:p>
            <a:r>
              <a:t>Elementi della Fase γ: Cobalto (Co), Cromo (Cr), Molibdeno (Mo), Tungsteno (W), Renio (Re), Ruthenio (Ru).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Simulazione del Processo di Fusione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Tecniche di Simulazione: Previsione dei difetti di fusione (freak, grain erranti, ricristallizzazione).</a:t>
            </a:r>
          </a:p>
          <a:p/>
          <a:p>
            <a:r>
              <a:t>Esempi di Risultati: Confronto tra simulazione e realtà.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Defetti Tipici nel Processo di Fusione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Freckles, Grain Erranti, Ricristallizzazione:</a:t>
            </a:r>
          </a:p>
          <a:p/>
          <a:p>
            <a:r>
              <a:t>Meccanismi di Formazione</a:t>
            </a:r>
          </a:p>
          <a:p/>
          <a:p>
            <a:r>
              <a:t>Metodi di Previsione e Controllo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Conclusioni e Futuri Sviluppi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Riassunto dei Risultati: Importanza delle superleghe e delle tecniche di fusione avanzate.</a:t>
            </a:r>
          </a:p>
          <a:p/>
          <a:p>
            <a:r>
              <a:t>Prospettive Future: Innovazioni in corso per migliorare ulteriormente le prestazioni delle superleghe.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Ringraziamenti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Professore Antonio Formisano, Famiglia, Colleghi.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Domande e Risposte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Spazio per rispondere alle domande del pubblico.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