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4.xml"/><Relationship Id="rId11" Type="http://schemas.openxmlformats.org/officeDocument/2006/relationships/slide" Target="slides/slide5.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Ni-Based Superalloys</a:t>
            </a:r>
          </a:p>
        </p:txBody>
      </p:sp>
      <p:sp>
        <p:nvSpPr>
          <p:cNvPr id="3" name="Subtitle 2"/>
          <p:cNvSpPr>
            <a:spLocks noGrp="1"/>
          </p:cNvSpPr>
          <p:nvPr>
            <p:ph type="subTitle" idx="1"/>
          </p:nvPr>
        </p:nvSpPr>
        <p:spPr/>
        <p:txBody>
          <a:bodyPr/>
          <a:lstStyle/>
          <a:p>
            <a:r>
              <a:t>Evolution and Composition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Introduction</a:t>
            </a:r>
          </a:p>
        </p:txBody>
      </p:sp>
      <p:sp>
        <p:nvSpPr>
          <p:cNvPr id="3" name="Content Placeholder 2"/>
          <p:cNvSpPr>
            <a:spLocks noGrp="1"/>
          </p:cNvSpPr>
          <p:nvPr>
            <p:ph idx="1"/>
          </p:nvPr>
        </p:nvSpPr>
        <p:spPr/>
        <p:txBody>
          <a:bodyPr/>
          <a:lstStyle/>
          <a:p>
            <a:r>
              <a:t>Nickel-based single crystal superalloys (Ni-SXs) are widely used in modern aero-engine and industrial gas turbines due to their excellent high-temperature creep properties.</a:t>
            </a:r>
          </a:p>
          <a:p>
            <a:r>
              <a:t>The creep strength of Ni-SXs is derived from their unique two-phase microstructure, consisting of a continuous matrix phase (γ phase) and a precipitated phase (γ' phase).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Creep Mechanisms and Microstructural Evolution</a:t>
            </a:r>
          </a:p>
        </p:txBody>
      </p:sp>
      <p:sp>
        <p:nvSpPr>
          <p:cNvPr id="3" name="Content Placeholder 2"/>
          <p:cNvSpPr>
            <a:spLocks noGrp="1"/>
          </p:cNvSpPr>
          <p:nvPr>
            <p:ph idx="1"/>
          </p:nvPr>
        </p:nvSpPr>
        <p:spPr/>
        <p:txBody>
          <a:bodyPr/>
          <a:lstStyle/>
          <a:p>
            <a:r>
              <a:t>The creep resistance in Ni-SXs is influenced by the movement of dislocations within the γ and γ' phases. The γ phase has a face-centered cubic (FCC) structure, while the γ' phase has an ordered L12 crystal structure. Dislocations primarily move within the γ channels, as they encounter significant resistance when attempting to pass through the rigid γ' precipitates.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Composition Evolution</a:t>
            </a:r>
          </a:p>
        </p:txBody>
      </p:sp>
      <p:sp>
        <p:nvSpPr>
          <p:cNvPr id="3" name="Content Placeholder 2"/>
          <p:cNvSpPr>
            <a:spLocks noGrp="1"/>
          </p:cNvSpPr>
          <p:nvPr>
            <p:ph idx="1"/>
          </p:nvPr>
        </p:nvSpPr>
        <p:spPr/>
        <p:txBody>
          <a:bodyPr/>
          <a:lstStyle/>
          <a:p>
            <a:r>
              <a:t>The development of Ni-SXs has seen various compositions across different generations, each aiming to enhance specific properties such as creep resistance and thermal stability. The primary alloying elements include Ni, Cr, Co, Mo, W, Ta, Re, and Ru. These elements are categorized based on whether they predominantly form solid solutions in the γ phase or contribute to the γ' phase formation.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Conclusion and Future Perspectives</a:t>
            </a:r>
          </a:p>
        </p:txBody>
      </p:sp>
      <p:sp>
        <p:nvSpPr>
          <p:cNvPr id="3" name="Content Placeholder 2"/>
          <p:cNvSpPr>
            <a:spLocks noGrp="1"/>
          </p:cNvSpPr>
          <p:nvPr>
            <p:ph idx="1"/>
          </p:nvPr>
        </p:nvSpPr>
        <p:spPr/>
        <p:txBody>
          <a:bodyPr/>
          <a:lstStyle/>
          <a:p>
            <a:r>
              <a:t>The composition of Ni-SXs significantly impacts their microstructural evolution and creep properties. Future advancements in Ni-SX design will likely focus on optimizing the balance of alloying elements to enhance high-temperature performance while mitigating the formation of deleterious phases.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