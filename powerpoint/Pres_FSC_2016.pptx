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9909"/>
    <a:srgbClr val="F8BE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56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71600" y="2130425"/>
            <a:ext cx="74866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Fare clic per modificare lo stile del titolo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691680" y="3886200"/>
            <a:ext cx="608072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 i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 smtClean="0"/>
              <a:t>Fare clic per modificare lo stile del sottotitolo dello schema</a:t>
            </a:r>
            <a:endParaRPr lang="it-IT" dirty="0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2"/>
          </p:nvPr>
        </p:nvSpPr>
        <p:spPr>
          <a:xfrm>
            <a:off x="638200" y="6309320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A.A. 2013/14</a:t>
            </a:r>
            <a:endParaRPr lang="it-IT" dirty="0"/>
          </a:p>
        </p:txBody>
      </p:sp>
      <p:sp>
        <p:nvSpPr>
          <p:cNvPr id="8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2123728" y="6309320"/>
            <a:ext cx="3528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Candidato</a:t>
            </a:r>
            <a:endParaRPr lang="it-IT" dirty="0"/>
          </a:p>
        </p:txBody>
      </p:sp>
      <p:sp>
        <p:nvSpPr>
          <p:cNvPr id="10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5724128" y="6309320"/>
            <a:ext cx="1368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1">
                <a:solidFill>
                  <a:schemeClr val="bg1"/>
                </a:solidFill>
              </a:defRPr>
            </a:lvl1pPr>
          </a:lstStyle>
          <a:p>
            <a:fld id="{B4EED2EF-C9AF-422C-B5EA-613A72B774C3}" type="slidenum">
              <a:rPr lang="it-IT" smtClean="0"/>
              <a:pPr/>
              <a:t>‹N›</a:t>
            </a:fld>
            <a:r>
              <a:rPr lang="it-IT" dirty="0" smtClean="0"/>
              <a:t> di  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10882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71600" y="1600200"/>
            <a:ext cx="7920880" cy="4525963"/>
          </a:xfrm>
        </p:spPr>
        <p:txBody>
          <a:bodyPr/>
          <a:lstStyle/>
          <a:p>
            <a:pPr lvl="0"/>
            <a:r>
              <a:rPr lang="it-IT" dirty="0" smtClean="0"/>
              <a:t>Fare clic per modificare stili del testo dello schema</a:t>
            </a:r>
          </a:p>
          <a:p>
            <a:pPr lvl="1"/>
            <a:r>
              <a:rPr lang="it-IT" dirty="0" smtClean="0"/>
              <a:t>Secondo livello</a:t>
            </a:r>
          </a:p>
          <a:p>
            <a:pPr lvl="2"/>
            <a:r>
              <a:rPr lang="it-IT" dirty="0" smtClean="0"/>
              <a:t>Terzo livello</a:t>
            </a:r>
          </a:p>
          <a:p>
            <a:pPr lvl="3"/>
            <a:r>
              <a:rPr lang="it-IT" dirty="0" smtClean="0"/>
              <a:t>Quarto livello</a:t>
            </a:r>
          </a:p>
          <a:p>
            <a:pPr lvl="4"/>
            <a:r>
              <a:rPr lang="it-IT" dirty="0" smtClean="0"/>
              <a:t>Quinto livello</a:t>
            </a:r>
            <a:endParaRPr lang="it-IT" dirty="0"/>
          </a:p>
        </p:txBody>
      </p:sp>
      <p:sp>
        <p:nvSpPr>
          <p:cNvPr id="7" name="Segnaposto data 3"/>
          <p:cNvSpPr>
            <a:spLocks noGrp="1"/>
          </p:cNvSpPr>
          <p:nvPr>
            <p:ph type="dt" sz="half" idx="2"/>
          </p:nvPr>
        </p:nvSpPr>
        <p:spPr>
          <a:xfrm>
            <a:off x="638200" y="6309320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A.A. 2013/14</a:t>
            </a:r>
            <a:endParaRPr lang="it-IT" dirty="0"/>
          </a:p>
        </p:txBody>
      </p:sp>
      <p:sp>
        <p:nvSpPr>
          <p:cNvPr id="8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2123728" y="6309320"/>
            <a:ext cx="3528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Candidato</a:t>
            </a:r>
            <a:endParaRPr lang="it-IT" dirty="0"/>
          </a:p>
        </p:txBody>
      </p:sp>
      <p:sp>
        <p:nvSpPr>
          <p:cNvPr id="9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5724128" y="6309320"/>
            <a:ext cx="1368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1">
                <a:solidFill>
                  <a:schemeClr val="bg1"/>
                </a:solidFill>
              </a:defRPr>
            </a:lvl1pPr>
          </a:lstStyle>
          <a:p>
            <a:fld id="{B4EED2EF-C9AF-422C-B5EA-613A72B774C3}" type="slidenum">
              <a:rPr lang="it-IT" smtClean="0"/>
              <a:pPr/>
              <a:t>‹N›</a:t>
            </a:fld>
            <a:r>
              <a:rPr lang="it-IT" dirty="0" smtClean="0"/>
              <a:t> di  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33237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971600" y="1600200"/>
            <a:ext cx="381642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 smtClean="0"/>
              <a:t>Fare clic per modificare stili del testo dello schema</a:t>
            </a:r>
          </a:p>
          <a:p>
            <a:pPr lvl="1"/>
            <a:r>
              <a:rPr lang="it-IT" dirty="0" smtClean="0"/>
              <a:t>Secondo livello</a:t>
            </a:r>
          </a:p>
          <a:p>
            <a:pPr lvl="2"/>
            <a:r>
              <a:rPr lang="it-IT" dirty="0" smtClean="0"/>
              <a:t>Terzo livello</a:t>
            </a:r>
          </a:p>
          <a:p>
            <a:pPr lvl="3"/>
            <a:r>
              <a:rPr lang="it-IT" dirty="0" smtClean="0"/>
              <a:t>Quarto livello</a:t>
            </a:r>
          </a:p>
          <a:p>
            <a:pPr lvl="4"/>
            <a:r>
              <a:rPr lang="it-IT" dirty="0" smtClean="0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32040" y="1600200"/>
            <a:ext cx="375476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 smtClean="0"/>
              <a:t>Fare clic per modificare stili del testo dello schema</a:t>
            </a:r>
          </a:p>
          <a:p>
            <a:pPr lvl="1"/>
            <a:r>
              <a:rPr lang="it-IT" dirty="0" smtClean="0"/>
              <a:t>Secondo livello</a:t>
            </a:r>
          </a:p>
          <a:p>
            <a:pPr lvl="2"/>
            <a:r>
              <a:rPr lang="it-IT" dirty="0" smtClean="0"/>
              <a:t>Terzo livello</a:t>
            </a:r>
          </a:p>
          <a:p>
            <a:pPr lvl="3"/>
            <a:r>
              <a:rPr lang="it-IT" dirty="0" smtClean="0"/>
              <a:t>Quarto livello</a:t>
            </a:r>
          </a:p>
          <a:p>
            <a:pPr lvl="4"/>
            <a:r>
              <a:rPr lang="it-IT" dirty="0" smtClean="0"/>
              <a:t>Quinto livello</a:t>
            </a:r>
            <a:endParaRPr lang="it-IT" dirty="0"/>
          </a:p>
        </p:txBody>
      </p:sp>
      <p:sp>
        <p:nvSpPr>
          <p:cNvPr id="8" name="Segnaposto data 3"/>
          <p:cNvSpPr>
            <a:spLocks noGrp="1"/>
          </p:cNvSpPr>
          <p:nvPr>
            <p:ph type="dt" sz="half" idx="10"/>
          </p:nvPr>
        </p:nvSpPr>
        <p:spPr>
          <a:xfrm>
            <a:off x="638200" y="6309320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A.A. 2013/14</a:t>
            </a:r>
            <a:endParaRPr lang="it-IT" dirty="0"/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2123728" y="6309320"/>
            <a:ext cx="3528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Candidato</a:t>
            </a:r>
            <a:endParaRPr lang="it-IT" dirty="0"/>
          </a:p>
        </p:txBody>
      </p:sp>
      <p:sp>
        <p:nvSpPr>
          <p:cNvPr id="11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5724128" y="6309320"/>
            <a:ext cx="1368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1">
                <a:solidFill>
                  <a:schemeClr val="bg1"/>
                </a:solidFill>
              </a:defRPr>
            </a:lvl1pPr>
          </a:lstStyle>
          <a:p>
            <a:fld id="{B4EED2EF-C9AF-422C-B5EA-613A72B774C3}" type="slidenum">
              <a:rPr lang="it-IT" smtClean="0"/>
              <a:pPr/>
              <a:t>‹N›</a:t>
            </a:fld>
            <a:r>
              <a:rPr lang="it-IT" dirty="0" smtClean="0"/>
              <a:t> di  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5001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6" name="Segnaposto data 3"/>
          <p:cNvSpPr>
            <a:spLocks noGrp="1"/>
          </p:cNvSpPr>
          <p:nvPr>
            <p:ph type="dt" sz="half" idx="2"/>
          </p:nvPr>
        </p:nvSpPr>
        <p:spPr>
          <a:xfrm>
            <a:off x="638200" y="6309320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A.A. 2013/14</a:t>
            </a:r>
            <a:endParaRPr lang="it-IT" dirty="0"/>
          </a:p>
        </p:txBody>
      </p:sp>
      <p:sp>
        <p:nvSpPr>
          <p:cNvPr id="7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2123728" y="6309320"/>
            <a:ext cx="3528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Candidato</a:t>
            </a:r>
            <a:endParaRPr lang="it-IT" dirty="0"/>
          </a:p>
        </p:txBody>
      </p:sp>
      <p:sp>
        <p:nvSpPr>
          <p:cNvPr id="9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5724128" y="6309320"/>
            <a:ext cx="1368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1">
                <a:solidFill>
                  <a:schemeClr val="bg1"/>
                </a:solidFill>
              </a:defRPr>
            </a:lvl1pPr>
          </a:lstStyle>
          <a:p>
            <a:fld id="{B4EED2EF-C9AF-422C-B5EA-613A72B774C3}" type="slidenum">
              <a:rPr lang="it-IT" smtClean="0"/>
              <a:pPr/>
              <a:t>‹N›</a:t>
            </a:fld>
            <a:r>
              <a:rPr lang="it-IT" dirty="0" smtClean="0"/>
              <a:t> di  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39106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539552" y="6237312"/>
            <a:ext cx="8604447" cy="64807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-6822" y="-27384"/>
            <a:ext cx="9150821" cy="126876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99592" y="98376"/>
            <a:ext cx="7992888" cy="1026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 smtClean="0"/>
              <a:t>Fare clic per modificare lo stile del titolo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1600" y="1600200"/>
            <a:ext cx="79208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 smtClean="0"/>
              <a:t>Fare clic per modificare stili del testo dello schema</a:t>
            </a:r>
          </a:p>
          <a:p>
            <a:pPr lvl="1"/>
            <a:r>
              <a:rPr lang="it-IT" dirty="0" smtClean="0"/>
              <a:t>Secondo livello</a:t>
            </a:r>
          </a:p>
          <a:p>
            <a:pPr lvl="2"/>
            <a:r>
              <a:rPr lang="it-IT" dirty="0" smtClean="0"/>
              <a:t>Terzo livello</a:t>
            </a:r>
          </a:p>
          <a:p>
            <a:pPr lvl="3"/>
            <a:r>
              <a:rPr lang="it-IT" dirty="0" smtClean="0"/>
              <a:t>Quarto livello</a:t>
            </a:r>
          </a:p>
          <a:p>
            <a:pPr lvl="4"/>
            <a:r>
              <a:rPr lang="it-IT" dirty="0" smtClean="0"/>
              <a:t>Quinto livello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38200" y="6309320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A.A. 2013/14</a:t>
            </a:r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2123728" y="6309320"/>
            <a:ext cx="3528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Candidato</a:t>
            </a:r>
            <a:endParaRPr lang="it-IT" dirty="0"/>
          </a:p>
        </p:txBody>
      </p:sp>
      <p:sp>
        <p:nvSpPr>
          <p:cNvPr id="14" name="Rectangle 2"/>
          <p:cNvSpPr>
            <a:spLocks noChangeArrowheads="1"/>
          </p:cNvSpPr>
          <p:nvPr userDrawn="1"/>
        </p:nvSpPr>
        <p:spPr bwMode="auto">
          <a:xfrm>
            <a:off x="-6821" y="1241376"/>
            <a:ext cx="465981" cy="561662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5" name="CasellaDiTesto 14"/>
          <p:cNvSpPr txBox="1"/>
          <p:nvPr userDrawn="1"/>
        </p:nvSpPr>
        <p:spPr>
          <a:xfrm rot="16200000">
            <a:off x="-2467988" y="3816869"/>
            <a:ext cx="542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i="1" dirty="0" smtClean="0">
                <a:solidFill>
                  <a:schemeClr val="bg1"/>
                </a:solidFill>
              </a:rPr>
              <a:t>Dipartimento</a:t>
            </a:r>
            <a:r>
              <a:rPr lang="it-IT" sz="1200" b="1" i="1" baseline="0" dirty="0" smtClean="0">
                <a:solidFill>
                  <a:schemeClr val="bg1"/>
                </a:solidFill>
              </a:rPr>
              <a:t> di Ingegneria Civile, Edile ed Ambientale - DICEA</a:t>
            </a:r>
            <a:endParaRPr lang="it-IT" sz="1200" b="1" i="1" dirty="0">
              <a:solidFill>
                <a:schemeClr val="bg1"/>
              </a:solidFill>
            </a:endParaRPr>
          </a:p>
        </p:txBody>
      </p:sp>
      <p:cxnSp>
        <p:nvCxnSpPr>
          <p:cNvPr id="17" name="Connettore 1 16"/>
          <p:cNvCxnSpPr/>
          <p:nvPr userDrawn="1"/>
        </p:nvCxnSpPr>
        <p:spPr>
          <a:xfrm flipH="1">
            <a:off x="467544" y="1124744"/>
            <a:ext cx="8424936" cy="0"/>
          </a:xfrm>
          <a:prstGeom prst="line">
            <a:avLst/>
          </a:prstGeom>
          <a:ln w="50800" cap="rnd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1 18"/>
          <p:cNvCxnSpPr/>
          <p:nvPr userDrawn="1"/>
        </p:nvCxnSpPr>
        <p:spPr>
          <a:xfrm>
            <a:off x="467544" y="116632"/>
            <a:ext cx="8424936" cy="0"/>
          </a:xfrm>
          <a:prstGeom prst="line">
            <a:avLst/>
          </a:prstGeom>
          <a:ln w="50800" cap="rnd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sig19a"/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4C73FC"/>
              </a:clrFrom>
              <a:clrTo>
                <a:srgbClr val="4C73FC">
                  <a:alpha val="0"/>
                </a:srgbClr>
              </a:clrTo>
            </a:clrChange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09" y="267956"/>
            <a:ext cx="684528" cy="678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sp>
        <p:nvSpPr>
          <p:cNvPr id="1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5724128" y="6309320"/>
            <a:ext cx="1368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1">
                <a:solidFill>
                  <a:schemeClr val="bg1"/>
                </a:solidFill>
              </a:defRPr>
            </a:lvl1pPr>
          </a:lstStyle>
          <a:p>
            <a:fld id="{B4EED2EF-C9AF-422C-B5EA-613A72B774C3}" type="slidenum">
              <a:rPr lang="it-IT" smtClean="0"/>
              <a:pPr/>
              <a:t>‹N›</a:t>
            </a:fld>
            <a:r>
              <a:rPr lang="it-IT" dirty="0" smtClean="0"/>
              <a:t> di  XX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3735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3200" b="1" i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op_DICEA_10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contrast="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70842"/>
            <a:ext cx="7488832" cy="4920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el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166800"/>
              </p:ext>
            </p:extLst>
          </p:nvPr>
        </p:nvGraphicFramePr>
        <p:xfrm>
          <a:off x="854224" y="1412776"/>
          <a:ext cx="7894240" cy="4697389"/>
        </p:xfrm>
        <a:graphic>
          <a:graphicData uri="http://schemas.openxmlformats.org/drawingml/2006/table">
            <a:tbl>
              <a:tblPr/>
              <a:tblGrid>
                <a:gridCol w="3910908"/>
                <a:gridCol w="3983332"/>
              </a:tblGrid>
              <a:tr h="1086952">
                <a:tc gridSpan="2">
                  <a:txBody>
                    <a:bodyPr/>
                    <a:lstStyle/>
                    <a:p>
                      <a:pPr marR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000" kern="14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it-IT" sz="1000" kern="140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2159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800" b="1" i="1" kern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Università degli Studi di Napoli “Federico II”</a:t>
                      </a:r>
                      <a:endParaRPr lang="it-IT" sz="1800" i="1" kern="1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R="0" indent="2159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400" b="1" i="1" kern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Scuola Politecnica e delle Scienze di Base</a:t>
                      </a:r>
                      <a:endParaRPr lang="it-IT" sz="1400" i="1" kern="1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R="0" indent="2159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400" b="1" i="1" kern="14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Dipartimento di Ingegneria Civile Edile ed Ambientale</a:t>
                      </a:r>
                      <a:endParaRPr lang="it-IT" sz="1400" i="1" kern="14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6433" marR="6643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R="0" indent="2159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it-IT" sz="1000" kern="1400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6433" marR="6643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40143">
                <a:tc gridSpan="2"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500" b="1" i="1" kern="140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Elaborato/Tesi di Laurea</a:t>
                      </a:r>
                      <a:endParaRPr lang="es-ES" sz="1000" b="1" kern="140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6433" marR="6643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</a:tr>
              <a:tr h="1050505">
                <a:tc gridSpan="2"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2400" b="1" kern="140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Titolo</a:t>
                      </a:r>
                      <a:endParaRPr lang="it-IT" sz="2400" b="1" kern="140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6433" marR="6643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</a:tr>
              <a:tr h="313781">
                <a:tc gridSpan="2">
                  <a:txBody>
                    <a:bodyPr/>
                    <a:lstStyle/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900" kern="1400" dirty="0">
                          <a:solidFill>
                            <a:srgbClr val="FFFF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es-ES" sz="1000" kern="1400" dirty="0">
                        <a:solidFill>
                          <a:srgbClr val="FFFF00"/>
                        </a:solidFill>
                        <a:effectLst/>
                        <a:latin typeface="Times New Roman"/>
                      </a:endParaRPr>
                    </a:p>
                  </a:txBody>
                  <a:tcPr marL="66433" marR="6643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</a:tr>
              <a:tr h="954870">
                <a:tc>
                  <a:txBody>
                    <a:bodyPr/>
                    <a:lstStyle/>
                    <a:p>
                      <a:pPr marR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200" b="1" i="1" kern="140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Relatore:</a:t>
                      </a:r>
                      <a:endParaRPr lang="it-IT" sz="1000" b="1" kern="140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200" b="1" i="1" kern="140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Chiar.mo Prof. Ing.</a:t>
                      </a:r>
                      <a:endParaRPr lang="it-IT" sz="1000" b="1" kern="140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200" b="1" i="1" kern="140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Francesco Saverio </a:t>
                      </a:r>
                      <a:r>
                        <a:rPr lang="it-IT" sz="1200" b="1" i="1" kern="140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Capaldo</a:t>
                      </a:r>
                      <a:endParaRPr lang="it-IT" sz="1000" b="1" kern="140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6433" marR="6643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200" b="0" i="1" kern="140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Candidato:</a:t>
                      </a:r>
                      <a:endParaRPr lang="it-IT" sz="1000" b="0" kern="140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200" b="0" kern="140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Mat</a:t>
                      </a:r>
                      <a:r>
                        <a:rPr lang="it-IT" sz="1200" b="0" kern="140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. XXX/XXX</a:t>
                      </a:r>
                      <a:r>
                        <a:rPr lang="it-IT" sz="1200" b="0" i="1" kern="140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it-IT" sz="1000" b="0" kern="140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  <a:p>
                      <a:pPr marR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200" b="0" i="1" kern="140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Xxxxxx</a:t>
                      </a:r>
                      <a:r>
                        <a:rPr lang="it-IT" sz="1200" b="0" i="1" kern="140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it-IT" sz="1200" b="0" i="1" kern="1400" dirty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Xxxxxx</a:t>
                      </a:r>
                      <a:endParaRPr lang="it-IT" sz="1000" b="0" kern="140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6433" marR="6643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5569">
                <a:tc>
                  <a:txBody>
                    <a:bodyPr/>
                    <a:lstStyle/>
                    <a:p>
                      <a:pPr marR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200" kern="1400">
                          <a:solidFill>
                            <a:srgbClr val="FFFF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it-IT" sz="1000" kern="1400">
                        <a:solidFill>
                          <a:srgbClr val="FFFF00"/>
                        </a:solidFill>
                        <a:effectLst/>
                        <a:latin typeface="Times New Roman"/>
                      </a:endParaRPr>
                    </a:p>
                  </a:txBody>
                  <a:tcPr marL="66433" marR="6643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200" i="1" kern="1400" dirty="0">
                          <a:solidFill>
                            <a:srgbClr val="FFFF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it-IT" sz="1000" kern="1400" dirty="0">
                        <a:solidFill>
                          <a:srgbClr val="FFFF00"/>
                        </a:solidFill>
                        <a:effectLst/>
                        <a:latin typeface="Times New Roman"/>
                      </a:endParaRPr>
                    </a:p>
                  </a:txBody>
                  <a:tcPr marL="66433" marR="6643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5569">
                <a:tc gridSpan="2">
                  <a:txBody>
                    <a:bodyPr/>
                    <a:lstStyle/>
                    <a:p>
                      <a:pPr marR="0" indent="0" algn="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200" b="1" i="1" kern="140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Anno Accademico 2012 - 2013</a:t>
                      </a:r>
                      <a:endParaRPr lang="it-IT" sz="1000" kern="140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6433" marR="6643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ontrol 1"/>
          <p:cNvSpPr>
            <a:spLocks noChangeArrowheads="1" noChangeShapeType="1"/>
          </p:cNvSpPr>
          <p:nvPr/>
        </p:nvSpPr>
        <p:spPr bwMode="auto">
          <a:xfrm>
            <a:off x="9918700" y="2679700"/>
            <a:ext cx="5684838" cy="439578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in">
                <a:noFill/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7" name="Titolo 6"/>
          <p:cNvSpPr>
            <a:spLocks noGrp="1"/>
          </p:cNvSpPr>
          <p:nvPr>
            <p:ph type="ctrTitle"/>
          </p:nvPr>
        </p:nvSpPr>
        <p:spPr>
          <a:xfrm>
            <a:off x="899592" y="116632"/>
            <a:ext cx="7772400" cy="1008113"/>
          </a:xfrm>
        </p:spPr>
        <p:txBody>
          <a:bodyPr/>
          <a:lstStyle/>
          <a:p>
            <a:r>
              <a:rPr lang="it-IT" dirty="0"/>
              <a:t>Titolo della Tesi</a:t>
            </a:r>
          </a:p>
        </p:txBody>
      </p:sp>
      <p:sp>
        <p:nvSpPr>
          <p:cNvPr id="15" name="Segnaposto data 3"/>
          <p:cNvSpPr txBox="1">
            <a:spLocks/>
          </p:cNvSpPr>
          <p:nvPr/>
        </p:nvSpPr>
        <p:spPr>
          <a:xfrm>
            <a:off x="7524328" y="6358662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b="1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t-IT" b="0" dirty="0" err="1" smtClean="0">
                <a:solidFill>
                  <a:schemeClr val="tx1"/>
                </a:solidFill>
              </a:rPr>
              <a:t>f.s.c</a:t>
            </a:r>
            <a:r>
              <a:rPr lang="it-IT" b="0" dirty="0" smtClean="0">
                <a:solidFill>
                  <a:schemeClr val="tx1"/>
                </a:solidFill>
              </a:rPr>
              <a:t>.</a:t>
            </a:r>
            <a:endParaRPr lang="it-IT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8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Titolo della </a:t>
            </a:r>
            <a:r>
              <a:rPr lang="it-IT" dirty="0" smtClean="0"/>
              <a:t>Tesi</a:t>
            </a:r>
            <a:endParaRPr lang="it-IT" dirty="0"/>
          </a:p>
        </p:txBody>
      </p:sp>
      <p:sp>
        <p:nvSpPr>
          <p:cNvPr id="8" name="Segnaposto data 3"/>
          <p:cNvSpPr>
            <a:spLocks noGrp="1"/>
          </p:cNvSpPr>
          <p:nvPr>
            <p:ph type="dt" sz="half" idx="2"/>
          </p:nvPr>
        </p:nvSpPr>
        <p:spPr>
          <a:xfrm>
            <a:off x="638200" y="6376243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A.A. 2013/14</a:t>
            </a:r>
            <a:endParaRPr lang="it-IT" dirty="0"/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2123728" y="6376243"/>
            <a:ext cx="3528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Candidato</a:t>
            </a:r>
            <a:endParaRPr lang="it-IT" dirty="0"/>
          </a:p>
        </p:txBody>
      </p:sp>
      <p:sp>
        <p:nvSpPr>
          <p:cNvPr id="10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5724128" y="6376243"/>
            <a:ext cx="6830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1">
                <a:solidFill>
                  <a:schemeClr val="bg1"/>
                </a:solidFill>
              </a:defRPr>
            </a:lvl1pPr>
          </a:lstStyle>
          <a:p>
            <a:fld id="{555CBD90-5269-41DD-B0F4-C308EE6F0726}" type="slidenum">
              <a:rPr lang="it-IT" smtClean="0"/>
              <a:pPr/>
              <a:t>2</a:t>
            </a:fld>
            <a:endParaRPr lang="it-IT" dirty="0"/>
          </a:p>
        </p:txBody>
      </p:sp>
      <p:sp>
        <p:nvSpPr>
          <p:cNvPr id="11" name="Segnaposto data 3"/>
          <p:cNvSpPr txBox="1">
            <a:spLocks/>
          </p:cNvSpPr>
          <p:nvPr/>
        </p:nvSpPr>
        <p:spPr>
          <a:xfrm>
            <a:off x="7524328" y="6358662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b="1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t-IT" dirty="0" err="1" smtClean="0"/>
              <a:t>f.s.c</a:t>
            </a:r>
            <a:r>
              <a:rPr lang="it-IT" dirty="0" smtClean="0"/>
              <a:t>.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71600" y="1600200"/>
            <a:ext cx="7920880" cy="4525963"/>
          </a:xfrm>
        </p:spPr>
        <p:txBody>
          <a:bodyPr>
            <a:normAutofit/>
          </a:bodyPr>
          <a:lstStyle/>
          <a:p>
            <a:r>
              <a:rPr lang="it-IT" sz="2400" dirty="0" smtClean="0">
                <a:solidFill>
                  <a:schemeClr val="tx1"/>
                </a:solidFill>
              </a:rPr>
              <a:t>Scopo del lavoro</a:t>
            </a:r>
          </a:p>
          <a:p>
            <a:pPr lvl="1"/>
            <a:r>
              <a:rPr lang="it-IT" sz="2000" dirty="0" smtClean="0">
                <a:solidFill>
                  <a:schemeClr val="tx1"/>
                </a:solidFill>
              </a:rPr>
              <a:t>Bla bla bla bla bla</a:t>
            </a:r>
          </a:p>
          <a:p>
            <a:r>
              <a:rPr lang="it-IT" sz="2400" dirty="0" smtClean="0">
                <a:solidFill>
                  <a:schemeClr val="tx1"/>
                </a:solidFill>
              </a:rPr>
              <a:t>Metodologia utilizzata</a:t>
            </a:r>
          </a:p>
          <a:p>
            <a:pPr lvl="1"/>
            <a:r>
              <a:rPr lang="it-IT" sz="2000" dirty="0">
                <a:solidFill>
                  <a:schemeClr val="tx1"/>
                </a:solidFill>
              </a:rPr>
              <a:t>Bla bla bla bla </a:t>
            </a:r>
            <a:r>
              <a:rPr lang="it-IT" sz="2000" dirty="0" smtClean="0">
                <a:solidFill>
                  <a:schemeClr val="tx1"/>
                </a:solidFill>
              </a:rPr>
              <a:t>bla</a:t>
            </a:r>
          </a:p>
          <a:p>
            <a:r>
              <a:rPr lang="it-IT" sz="2400" dirty="0" smtClean="0">
                <a:solidFill>
                  <a:schemeClr val="tx1"/>
                </a:solidFill>
              </a:rPr>
              <a:t>Risultati</a:t>
            </a:r>
          </a:p>
          <a:p>
            <a:pPr lvl="1"/>
            <a:r>
              <a:rPr lang="it-IT" sz="2000" dirty="0">
                <a:solidFill>
                  <a:schemeClr val="tx1"/>
                </a:solidFill>
              </a:rPr>
              <a:t>Bla bla bla bla </a:t>
            </a:r>
            <a:r>
              <a:rPr lang="it-IT" sz="2000" dirty="0" smtClean="0">
                <a:solidFill>
                  <a:schemeClr val="tx1"/>
                </a:solidFill>
              </a:rPr>
              <a:t>bla</a:t>
            </a:r>
          </a:p>
          <a:p>
            <a:r>
              <a:rPr lang="it-IT" sz="2400" dirty="0" smtClean="0">
                <a:solidFill>
                  <a:schemeClr val="tx1"/>
                </a:solidFill>
              </a:rPr>
              <a:t>Conclusioni</a:t>
            </a:r>
          </a:p>
          <a:p>
            <a:pPr lvl="1"/>
            <a:r>
              <a:rPr lang="it-IT" sz="2000" dirty="0">
                <a:solidFill>
                  <a:schemeClr val="tx1"/>
                </a:solidFill>
              </a:rPr>
              <a:t>Bla bla bla bla </a:t>
            </a:r>
            <a:r>
              <a:rPr lang="it-IT" sz="2000" dirty="0" smtClean="0">
                <a:solidFill>
                  <a:schemeClr val="tx1"/>
                </a:solidFill>
              </a:rPr>
              <a:t>bla</a:t>
            </a:r>
            <a:endParaRPr lang="it-IT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92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71600" y="1600200"/>
            <a:ext cx="7920880" cy="4525963"/>
          </a:xfrm>
        </p:spPr>
        <p:txBody>
          <a:bodyPr>
            <a:normAutofit/>
          </a:bodyPr>
          <a:lstStyle/>
          <a:p>
            <a:r>
              <a:rPr lang="it-IT" sz="2400" dirty="0" smtClean="0">
                <a:solidFill>
                  <a:schemeClr val="tx1"/>
                </a:solidFill>
              </a:rPr>
              <a:t>XXXXXXXXXXXX MAX 24 </a:t>
            </a:r>
            <a:r>
              <a:rPr lang="it-IT" sz="2400" dirty="0" err="1" smtClean="0">
                <a:solidFill>
                  <a:schemeClr val="tx1"/>
                </a:solidFill>
              </a:rPr>
              <a:t>pt</a:t>
            </a:r>
            <a:endParaRPr lang="it-IT" sz="2400" dirty="0" smtClean="0">
              <a:solidFill>
                <a:schemeClr val="tx1"/>
              </a:solidFill>
            </a:endParaRPr>
          </a:p>
          <a:p>
            <a:r>
              <a:rPr lang="it-IT" sz="2000" dirty="0" smtClean="0">
                <a:solidFill>
                  <a:schemeClr val="tx1"/>
                </a:solidFill>
              </a:rPr>
              <a:t>XXXXXXXXXXXX MIN 20 </a:t>
            </a:r>
            <a:r>
              <a:rPr lang="it-IT" sz="2000" dirty="0" err="1" smtClean="0">
                <a:solidFill>
                  <a:schemeClr val="tx1"/>
                </a:solidFill>
              </a:rPr>
              <a:t>pt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Titolo della </a:t>
            </a:r>
            <a:r>
              <a:rPr lang="it-IT" dirty="0" smtClean="0"/>
              <a:t>Tesi</a:t>
            </a:r>
            <a:endParaRPr lang="it-IT" dirty="0"/>
          </a:p>
        </p:txBody>
      </p:sp>
      <p:sp>
        <p:nvSpPr>
          <p:cNvPr id="8" name="Segnaposto data 3"/>
          <p:cNvSpPr>
            <a:spLocks noGrp="1"/>
          </p:cNvSpPr>
          <p:nvPr>
            <p:ph type="dt" sz="half" idx="2"/>
          </p:nvPr>
        </p:nvSpPr>
        <p:spPr>
          <a:xfrm>
            <a:off x="638200" y="6376243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A.A. 2013/14</a:t>
            </a:r>
            <a:endParaRPr lang="it-IT" dirty="0"/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2123728" y="6376243"/>
            <a:ext cx="3528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Candidato</a:t>
            </a:r>
            <a:endParaRPr lang="it-IT" dirty="0"/>
          </a:p>
        </p:txBody>
      </p:sp>
      <p:sp>
        <p:nvSpPr>
          <p:cNvPr id="10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5724128" y="6376243"/>
            <a:ext cx="6830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1">
                <a:solidFill>
                  <a:schemeClr val="bg1"/>
                </a:solidFill>
              </a:defRPr>
            </a:lvl1pPr>
          </a:lstStyle>
          <a:p>
            <a:fld id="{555CBD90-5269-41DD-B0F4-C308EE6F0726}" type="slidenum">
              <a:rPr lang="it-IT" smtClean="0"/>
              <a:pPr/>
              <a:t>3</a:t>
            </a:fld>
            <a:endParaRPr lang="it-IT" dirty="0"/>
          </a:p>
        </p:txBody>
      </p:sp>
      <p:sp>
        <p:nvSpPr>
          <p:cNvPr id="11" name="Segnaposto data 3"/>
          <p:cNvSpPr txBox="1">
            <a:spLocks/>
          </p:cNvSpPr>
          <p:nvPr/>
        </p:nvSpPr>
        <p:spPr>
          <a:xfrm>
            <a:off x="7524328" y="6358662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b="1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t-IT" dirty="0" err="1" smtClean="0"/>
              <a:t>f.s.c</a:t>
            </a:r>
            <a:r>
              <a:rPr lang="it-IT" dirty="0" smtClean="0"/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9190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71600" y="1600200"/>
            <a:ext cx="7920880" cy="4525963"/>
          </a:xfrm>
        </p:spPr>
        <p:txBody>
          <a:bodyPr>
            <a:normAutofit/>
          </a:bodyPr>
          <a:lstStyle/>
          <a:p>
            <a:r>
              <a:rPr lang="it-IT" sz="2400" dirty="0" smtClean="0">
                <a:solidFill>
                  <a:schemeClr val="tx1"/>
                </a:solidFill>
              </a:rPr>
              <a:t>Argomento 1</a:t>
            </a:r>
          </a:p>
          <a:p>
            <a:r>
              <a:rPr lang="it-IT" sz="2400" dirty="0" smtClean="0">
                <a:solidFill>
                  <a:schemeClr val="tx1"/>
                </a:solidFill>
              </a:rPr>
              <a:t>Argomento 2</a:t>
            </a:r>
          </a:p>
          <a:p>
            <a:r>
              <a:rPr lang="it-IT" sz="2400" dirty="0" smtClean="0">
                <a:solidFill>
                  <a:schemeClr val="tx1"/>
                </a:solidFill>
              </a:rPr>
              <a:t>……</a:t>
            </a:r>
          </a:p>
          <a:p>
            <a:r>
              <a:rPr lang="it-IT" sz="2400" dirty="0" smtClean="0">
                <a:solidFill>
                  <a:schemeClr val="tx1"/>
                </a:solidFill>
              </a:rPr>
              <a:t>Conclusioni</a:t>
            </a:r>
          </a:p>
          <a:p>
            <a:r>
              <a:rPr lang="it-IT" sz="2000" dirty="0" smtClean="0">
                <a:solidFill>
                  <a:schemeClr val="tx1"/>
                </a:solidFill>
              </a:rPr>
              <a:t>XXXXXXXXXXXX MIN 20 </a:t>
            </a:r>
            <a:r>
              <a:rPr lang="it-IT" sz="2000" dirty="0" err="1" smtClean="0">
                <a:solidFill>
                  <a:schemeClr val="tx1"/>
                </a:solidFill>
              </a:rPr>
              <a:t>pt</a:t>
            </a:r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Titolo della </a:t>
            </a:r>
            <a:r>
              <a:rPr lang="it-IT" dirty="0" smtClean="0"/>
              <a:t>Tesi</a:t>
            </a:r>
            <a:endParaRPr lang="it-IT" dirty="0"/>
          </a:p>
        </p:txBody>
      </p:sp>
      <p:sp>
        <p:nvSpPr>
          <p:cNvPr id="12" name="Segnaposto data 3"/>
          <p:cNvSpPr>
            <a:spLocks noGrp="1"/>
          </p:cNvSpPr>
          <p:nvPr>
            <p:ph type="dt" sz="half" idx="2"/>
          </p:nvPr>
        </p:nvSpPr>
        <p:spPr>
          <a:xfrm>
            <a:off x="638200" y="6376243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A.A. 2013/14</a:t>
            </a:r>
            <a:endParaRPr lang="it-IT" dirty="0"/>
          </a:p>
        </p:txBody>
      </p:sp>
      <p:sp>
        <p:nvSpPr>
          <p:cNvPr id="13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2123728" y="6376243"/>
            <a:ext cx="3528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Candidato</a:t>
            </a:r>
            <a:endParaRPr lang="it-IT" dirty="0"/>
          </a:p>
        </p:txBody>
      </p:sp>
      <p:sp>
        <p:nvSpPr>
          <p:cNvPr id="14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5724128" y="6376243"/>
            <a:ext cx="6830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1">
                <a:solidFill>
                  <a:schemeClr val="bg1"/>
                </a:solidFill>
              </a:defRPr>
            </a:lvl1pPr>
          </a:lstStyle>
          <a:p>
            <a:fld id="{555CBD90-5269-41DD-B0F4-C308EE6F0726}" type="slidenum">
              <a:rPr lang="it-IT" smtClean="0"/>
              <a:pPr/>
              <a:t>4</a:t>
            </a:fld>
            <a:endParaRPr lang="it-IT" dirty="0"/>
          </a:p>
        </p:txBody>
      </p:sp>
      <p:sp>
        <p:nvSpPr>
          <p:cNvPr id="15" name="Segnaposto data 3"/>
          <p:cNvSpPr txBox="1">
            <a:spLocks/>
          </p:cNvSpPr>
          <p:nvPr/>
        </p:nvSpPr>
        <p:spPr>
          <a:xfrm>
            <a:off x="7524328" y="6358662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b="1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t-IT" dirty="0" err="1" smtClean="0"/>
              <a:t>f.s.c</a:t>
            </a:r>
            <a:r>
              <a:rPr lang="it-IT" dirty="0" smtClean="0"/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52001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71600" y="1600200"/>
            <a:ext cx="7920880" cy="4525963"/>
          </a:xfrm>
        </p:spPr>
        <p:txBody>
          <a:bodyPr/>
          <a:lstStyle/>
          <a:p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2" name="Segnaposto data 3"/>
          <p:cNvSpPr>
            <a:spLocks noGrp="1"/>
          </p:cNvSpPr>
          <p:nvPr>
            <p:ph type="dt" sz="half" idx="2"/>
          </p:nvPr>
        </p:nvSpPr>
        <p:spPr>
          <a:xfrm>
            <a:off x="638200" y="6376243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A.A. 2013/14</a:t>
            </a:r>
            <a:endParaRPr lang="it-IT" dirty="0"/>
          </a:p>
        </p:txBody>
      </p:sp>
      <p:sp>
        <p:nvSpPr>
          <p:cNvPr id="13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2123728" y="6376243"/>
            <a:ext cx="3528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bg1"/>
                </a:solidFill>
              </a:defRPr>
            </a:lvl1pPr>
          </a:lstStyle>
          <a:p>
            <a:r>
              <a:rPr lang="it-IT" dirty="0" smtClean="0"/>
              <a:t>Candidato</a:t>
            </a:r>
            <a:endParaRPr lang="it-IT" dirty="0"/>
          </a:p>
        </p:txBody>
      </p:sp>
      <p:sp>
        <p:nvSpPr>
          <p:cNvPr id="14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5724128" y="6376243"/>
            <a:ext cx="6830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1">
                <a:solidFill>
                  <a:schemeClr val="bg1"/>
                </a:solidFill>
              </a:defRPr>
            </a:lvl1pPr>
          </a:lstStyle>
          <a:p>
            <a:fld id="{555CBD90-5269-41DD-B0F4-C308EE6F0726}" type="slidenum">
              <a:rPr lang="it-IT" smtClean="0"/>
              <a:pPr/>
              <a:t>5</a:t>
            </a:fld>
            <a:endParaRPr lang="it-IT" dirty="0"/>
          </a:p>
        </p:txBody>
      </p:sp>
      <p:sp>
        <p:nvSpPr>
          <p:cNvPr id="15" name="Segnaposto data 3"/>
          <p:cNvSpPr txBox="1">
            <a:spLocks/>
          </p:cNvSpPr>
          <p:nvPr/>
        </p:nvSpPr>
        <p:spPr>
          <a:xfrm>
            <a:off x="7524328" y="6358662"/>
            <a:ext cx="134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b="1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t-IT" dirty="0" err="1" smtClean="0"/>
              <a:t>f.s.c</a:t>
            </a:r>
            <a:r>
              <a:rPr lang="it-IT" dirty="0" smtClean="0"/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823303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111</Words>
  <Application>Microsoft Office PowerPoint</Application>
  <PresentationFormat>Presentazione su schermo (4:3)</PresentationFormat>
  <Paragraphs>52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Titolo della Tesi</vt:lpstr>
      <vt:lpstr>Titolo della Tesi</vt:lpstr>
      <vt:lpstr>Titolo della Tesi</vt:lpstr>
      <vt:lpstr>Titolo della Tesi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Francesco Saverio Capaldo</dc:creator>
  <cp:lastModifiedBy>Ciccio_2012</cp:lastModifiedBy>
  <cp:revision>21</cp:revision>
  <dcterms:created xsi:type="dcterms:W3CDTF">2014-04-03T23:21:26Z</dcterms:created>
  <dcterms:modified xsi:type="dcterms:W3CDTF">2016-06-23T11:56:41Z</dcterms:modified>
</cp:coreProperties>
</file>